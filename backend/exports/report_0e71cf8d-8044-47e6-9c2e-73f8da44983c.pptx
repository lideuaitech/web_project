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Lideu AI Analytics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18 May 2026 02:59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insights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{'title': 'Total Sales', 'value': 12722123.64}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{'chart_type': 'bar', 'title': 'Sales by Date', 'labels': ['2024-01-01', '2024-01-02', '2024-01-03', '2024-01-04', '2024-01-05', '2024-01-06', '2024-01-07', '2024-01-08', '2024-01-09', '2024-01-10', '2024-01-11', '2024-01-12', '2024-01-13', '2024-01-14', '2024-01-15', '2024-01-16', '2024-01-17', '2024-01-18', '2024-01-19', '2024-01-20', '2024-01-21', '2024-01-22', '2024-01-23', '2024-01-24', '2024-01-25', '2024-01-26', '2024-01-27', '2024-01-28', '2024-01-29', '2024-01-30', '2024-01-31', '2024-02-01', '2024-02-02', '2024-02-03', '2024-02-04', '2024-02-05', '2024-02-06', '2024-02-07', '2024-02-08', '2024-02-09', '2024-02-10', '2024-02-11', '2024-02-12', '2024-02-13', '2024-02-14', '2024-02-15', '2024-02-16', '2024-02-17', '2024-02-18', '2024-02-19', '2024-02-20', '2024-02-21', '2024-02-22', '2024-02-23', '2024-02-24', '2024-02-25', '2024-02-26', '2024-02-27', '2024-02-28', '2024-02-29', '2024-03-01', '2024-03-02', '2024-03-03', '2024-03-04', '2024-03-05', '2024-03-06', '2024-03-07', '2024-03-08', '2024-03-09', '2024-03-10', '2024-03-11', '2024-03-12', '2024-03-13', '2024-03-14', '2024-03-15', '2024-03-16', '2024-03-17', '2024-03-18', '2024-03-19', '2024-03-20', '2024-03-21', '2024-03-22', '2024-03-23', '2024-03-24', '2024-03-25', '2024-03-26', '2024-03-27', '2024-03-28', '2024-03-29', '2024-03-30', '2024-03-31', '2024-04-01', '2024-04-02', '2024-04-03', '2024-04-04', '2024-04-05', '2024-04-06', '2024-04-07', '2024-04-08', '2024-04-09', '2024-04-10', '2024-04-11', '2024-04-12', '2024-04-13', '2024-04-14', '2024-04-15', '2024-04-16', '2024-04-17', '2024-04-18', '2024-04-19', '2024-04-20', '2024-04-21', '2024-04-22', '2024-04-23', '2024-04-24', '2024-04-25', '2024-04-26', '2024-04-27', '2024-04-28', '2024-04-29', '2024-04-30', '2024-05-01', '2024-05-02', '2024-05-03', '2024-05-04', '2024-05-05', '2024-05-06', '2024-05-07', '2024-05-08', '2024-05-09', '2024-05-10', '2024-05-11', '2024-05-12', '2024-05-13', '2024-05-14', '2024-05-15', '2024-05-16', '2024-05-17', '2024-05-18', '2024-05-19', '2024-05-20', '2024-05-21', '2024-05-22', '2024-05-23', '2024-05-24', '2024-05-25', '2024-05-26', '2024-05-27', '2024-05-28', '2024-05-29', '2024-05-30', '2024-05-31', '2024-06-01', '2024-06-02', '2024-06-03', '2024-06-04', '2024-06-05', '2024-06-06', '2024-06-07', '2024-06-08', '2024-06-09', '2024-06-10', '2024-06-11', '2024-06-12', '2024-06-13', '2024-06-14', '2024-06-15', '2024-06-16', '2024-06-17', '2024-06-18', '2024-06-19', '2024-06-20', '2024-06-21', '2024-06-22', '2024-06-23', '2024-06-24', '2024-06-25', '2024-06-26', '2024-06-27', '2024-06-28', '2024-06-29', '2024-06-30', '2024-07-01', '2024-07-02', '2024-07-03', '2024-07-04', '2024-07-05', '2024-07-06', '2024-07-07', '2024-07-08', '2024-07-09', '2024-07-10', '2024-07-11', '2024-07-12', '2024-07-13', '2024-07-14', '2024-07-15', '2024-07-16', '2024-07-17', '2024-07-18', '2024-07-19', '2024-07-20', '2024-07-21', '2024-07-22', '2024-07-23', '2024-07-24', '2024-07-25', '2024-07-26', '2024-07-27', '2024-07-28', '2024-07-29', '2024-07-30', '2024-07-31', '2024-08-01', '2024-08-02', '2024-08-03', '2024-08-04', '2024-08-05', '2024-08-06', '2024-08-07', '2024-08-08', '2024-08-09', '2024-08-10', '2024-08-11', '2024-08-12', '2024-08-13', '2024-08-14', '2024-08-15', '2024-08-16', '2024-08-17', '2024-08-18', '2024-08-19', '2024-08-20', '2024-08-21', '2024-08-22', '2024-08-23', '2024-08-24', '2024-08-25', '2024-08-26', '2024-08-27', '2024-08-28', '2024-08-29', '2024-08-30', '2024-08-31', '2024-09-01', '2024-09-02', '2024-09-03', '2024-09-04', '2024-09-05', '2024-09-06', '2024-09-07', '2024-09-08', '2024-09-09', '2024-09-10', '2024-09-11', '2024-09-12', '2024-09-13', '2024-09-14', '2024-09-15', '2024-09-16', '2024-09-17', '2024-09-18', '2024-09-19', '2024-09-20', '2024-09-21', '2024-09-22', '2024-09-23', '2024-09-24', '2024-09-25', '2024-09-26', '2024-09-27', '2024-09-28', '2024-09-29', '2024-09-30', '2024-10-01', '2024-10-02', '2024-10-03', '2024-10-04', '2024-10-05', '2024-10-06', '2024-10-07', '2024-10-08', '2024-10-09', '2024-10-10', '2024-10-11', '2024-10-12', '2024-10-13', '2024-10-14', '2024-10-15', '2024-10-16', '2024-10-17', '2024-10-18', '2024-10-19', '2024-10-20', '2024-10-21', '2024-10-22', '2024-10-23', '2024-10-24', '2024-10-25', '2024-10-26', '2024-10-27', '2024-10-28', '2024-10-29', '2024-10-30', '2024-10-31', '2024-11-01', '2024-11-02', '2024-11-03', '2024-11-04', '2024-11-05', '2024-11-06', '2024-11-07', '2024-11-08', '2024-11-09', '2024-11-10', '2024-11-11', '2024-11-12', '2024-11-13', '2024-11-14', '2024-11-15', '2024-11-16', '2024-11-17', '2024-11-18', '2024-11-19', '2024-11-20', '2024-11-21', '2024-11-22', '2024-11-23', '2024-11-24', '2024-11-25', '2024-11-26', '2024-11-27', '2024-11-28', '2024-11-29', '2024-11-30', '2024-12-01', '2024-12-02', '2024-12-03', '2024-12-04', '2024-12-05', '2024-12-06', '2024-12-07', '2024-12-08', '2024-12-09', '2024-12-10', '2024-12-11', '2024-12-12', '2024-12-13', '2024-12-14', '2024-12-15', '2024-12-16', '2024-12-17', '2024-12-18', '2024-12-19', '2024-12-20', '2024-12-21', '2024-12-22', '2024-12-23', '2024-12-24', '2024-12-25', '2024-12-26', '2024-12-27', '2024-12-28', '2024-12-29', '2024-12-30', '2024-12-31', '2025-01-01', '2025-01-02', '2025-01-03', '2025-01-04', '2025-01-05', '2025-01-06', '2025-01-07', '2025-01-08', '2025-01-09', '2025-01-10', '2025-01-11', '2025-01-12', '2025-01-13', '2025-01-14', '2025-01-15', '2025-01-16', '2025-01-17', '2025-01-18', '2025-01-19', '2025-01-20', '2025-01-21', '2025-01-22', '2025-01-23', '2025-01-24', '2025-01-25', '2025-01-26', '2025-01-27', '2025-01-28', '2025-01-29', '2025-01-30', '2025-01-31', '2025-02-01', '2025-02-02', '2025-02-03', '2025-02-04', '2025-02-05', '2025-02-06', '2025-02-07', '2025-02-08', '2025-02-09', '2025-02-10', '2025-02-11', '2025-02-12', '2025-02-13', '2025-02-14', '2025-02-15', '2025-02-16', '2025-02-17', '2025-02-18', '2025-02-19', '2025-02-20', '2025-02-21', '2025-02-22', '2025-02-23', '2025-02-24', '2025-02-25', '2025-02-26', '2025-02-27', '2025-02-28', '2025-03-01', '2025-03-02', '2025-03-03', '2025-03-04', '2025-03-05', '2025-03-06', '2025-03-07', '2025-03-08', '2025-03-09', '2025-03-10', '2025-03-11', '2025-03-12', '2025-03-13', '2025-03-14', '2025-03-15', '2025-03-16', '2025-03-17', '2025-03-18', '2025-03-19', '2025-03-20', '2025-03-21', '2025-03-22', '2025-03-23', '2025-03-24', '2025-03-25', '2025-03-26', '2025-03-27', '2025-03-28', '2025-03-29', '2025-03-30', '2025-03-31', '2025-04-01', '2025-04-02', '2025-04-03', '2025-04-04', '2025-04-05', '2025-04-06', '2025-04-07', '2025-04-08', '2025-04-09', '2025-04-10', '2025-04-11', '2025-04-12', '2025-04-13', '2025-04-14', '2025-04-15', '2025-04-16', '2025-04-17', '2025-04-18', '2025-04-19', '2025-04-20', '2025-04-21', '2025-04-22', '2025-04-23', '2025-04-24', '2025-04-25', '2025-04-26', '2025-04-27', '2025-04-28', '2025-04-29', '2025-04-30', '2025-05-01', '2025-05-02', '2025-05-03', '2025-05-04', '2025-05-05', '2025-05-06', '2025-05-07', '2025-05-08', '2025-05-09', '2025-05-10', '2025-05-11', '2025-05-12', '2025-05-13', '2025-05-14', '2025-05-15'], 'values': [19212.79, 17404.54, 29957.51, 37090.41, 22987.08, 22642.64, 29440.58, 22206.93, 27789.15, 21321.67, 22358.55, 35051.91, 20871.71, 18606.83, 30305.99, 21984.05, 16917.44, 31873.88, 18521.46, 16505.21, 14259.49, 37067.86, 27998.8, 18916.34, 13517.8, 16675.81, 25914.5, 41516.01, 18747.2, 32554.16, 21979.64, 21529.67, 23834.03, 35679.69, 35491.54, 20624.73, 9398.32, 27702.74, 19250.84, 17365.96, 12015.29, 15547.37, 44622.49, 15931.79, 26600.63, 25096.17, 36153.03, 35501.25, 31148.55, 23067.32, 13102.95, 38411.78, 33935.18, 23670.37, 22501.9, 14082.24, 5723.82, 33067.99, 31126.05, 22602.91, 35304.47, 25838.46, 46866.35, 10020.22, 21405.18, 24647.89, 41988.24, 37100.5, 30751.97, 27942.28, 25406.68, 22111.14, 14987.77, 28273.91, 10036.94, 35324.11, 23723.11, 29000.45, 33106.43, 29834.99, 32828.49, 20751.07, 11531.3, 39411.62, 14965.31, 26258.03, 15360.91, 14166.16, 13013.82, 10270.7, 33934.78, 29483.93, 16419.34, 22091.45, 31480.76, 31063.26, 26294.77, 15372.75, 30060.58, 18927.91, 16192.98, 41970.88, 25976.92, 28263.14, 30710.2, 53454.24, 27615.02, 16922.01, 25922.33, 19418, 29984.51, 26780.89, 38789.21, 16171.97, 26889.54, 23793.64, 42532.52, 20604.4, 26933.51, 16401.12, 35284.28, 14233.2, 24085.08, 28284.75, 28086.22, 34448.05, 20477.59, 26980.32, 30602.45, 30471.72, 24308.67, 6398.82, 33557.21, 24252.59, 31747.7, 29308.52, 44205.16, 18085.84, 8870.96, 37747.7, 24909.03, 15186.26, 28893.2, 20847.49, 26048.88, 26671.26, 20658.7, 13710.92, 22963.85, 19416.74, 32262.48, 21285.9, 30632.51, 36160.13, 22567.57, 14247.65, 14055.03, 18542.43, 23148.55, 9983.46, 26749.51, 22875.98, 22812.52, 52613.09, 30024.5, 31843.54, 24330.63, 52757.23, 43748.34, 12860.02, 13423.79, 15114.24, 48273.54, 6342.67, 35579.56, 37619.74, 24945.78, 44657.93, 17140.17, 3573.32, 27552.34, 45338.48, 12601.49, 26799.99, 23764.99, 17898.67, 49796.41, 19282.56, 43068.79, 21502.11, 22012.62, 22288.41, 19409.57, 15376.85, 25648.85, 28170.72, 42832.93, 18605.76, 22717.91, 32626.05, 17155.31, 34592.87, 16765.88, 39707.06, 43201.19, 52701.5, 20340.67, 21184.42, 41618.32, 7148.18, 23412.12, 34556.41, 21387.78, 36304.46, 33589.64, 16803.99, 20345.07, 29964.4, 22171.49, 23962.54, 31518.28, 19235.6, 26259.17, 27014.92, 21045.13, 11527.85, 33393.16, 9524.66, 38840.7, 35529.01, 15434.9, 26223.69, 18373.24, 19231.14, 25087.84, 39244.04, 30444.06, 25086.56, 17400.24, 10558.48, 32929.25, 21164.72, 22850.79, 24124.82, 9682.88, 29636.55, 24478.78, 23007.4, 20019.76, 26033.88, 18114.45, 18565.24, 27113.46, 21166.87, 40580.23, 21741.8, 21246.52, 31780.25, 9953.9, 22477.22, 21258.83, 23920.76, 44640.47, 21641.38, 31263.92, 35195.39, 23869.79, 17873.41, 17650.75, 19164, 16918.58, 35773.57, 24090.27, 23464.31, 31281.54, 27510.82, 24308.13, 12403.48, 37382.89, 31465.71, 26649.16, 10714.59, 32190.62, 32212.54, 20135.08, 27289.97, 15989.25, 41356.81, 35372.13, 25903.92, 27148.07, 20465.88, 23713.88, 27152.97, 25032.78, 22081.39, 21333.86, 20297.56, 21609.56, 12342.8, 34726.87, 22318.68, 18870.31, 27468.69, 37405.4, 20332.45, 21653.74, 23077.61, 42961.37, 29757.61, 18669.14, 16349.39, 40362.22, 12708.92, 19017.89, 12254.38, 28146.67, 28249.32, 13013.05, 17867.3, 28618.28, 18822.6, 27155.05, 17174.73, 34659.02, 24675.99, 34489.1, 41226.13, 28880.24, 24292.01, 12596.16, 24137.17, 18954.75, 25162.97, 28349.64, 31180.93, 29869.53, 42373.44, 30253.64, 16855.82, 28297.63, 32517.66, 35626.28, 21338.01, 15127.58, 22048.66, 30639.98, 11137.5, 26969.34, 24030.52, 12287.93, 15311.24, 35798.97, 40607.43, 12869.53, 30224.69, 27389.03, 47637.32, 9658.43, 29955.2, 28778.35, 14426.98, 22720.15, 25690.84, 12256.56, 20984.14, 27360.22, 28545.36, 26779.59, 15345.95, 32563.26, 24438.33, 15075.01, 23418.28, 34865.24, 16168.31, 27836.25, 23479.64, 33707.15, 30378.21, 35958.59, 34971.63, 25952.93, 17122.14, 13709.18, 44659.03, 34282.62, 30003.97, 37075.54, 37802.72, 42885.48, 26435.3, 23193.86, 29682.37, 26183.95, 52612.89, 22047.89, 25214.07, 22370.31, 24792.21, 26198.47, 20630.57, 31214.87, 32214.88, 18534.5, 41953.59, 31489.05, 22845.98, 33301.63, 28934.13, 34218.34, 17115.99, 36461.27, 44596.46, 20135.03, 11053.22, 31538.33, 14432.42, 33761.78, 19661.6, 26820.59, 30317.08, 18482.63, 28832.45, 21865.27, 33579.24, 26870.13, 15618.7, 27820.15, 26213, 13010.73, 18934.18, 20409.27, 10387.91, 23144.4, 38516.26, 33949.8, 26041.93, 32779.04, 21142.56, 20083.64, 36937.98, 17910.52, 31908.77, 11057.88, 12356.11, 17066.94, 19017.56, 15257.09, 30529.65, 29999.95, 33927.72, 30816.9, 32947.61, 22335.51, 28070.63, 20872.74, 29078.71, 23221.37, 15034.96, 39104.06, 36293.79, 8708.87, 16416.47, 20294.86, 14177.8, 27356.81, 26641.63, 17286.81, 41242.18, 31562.09, 14382.43, 22239.07, 12724.73, 25920.55, 23081.45, 36002.01, 19723.56, 16377.07, 23572.39, 21649.59, 25495.32, 25052.58, 10013.43, 23648.18, 16799.6, 7062.2, 31074.11, 17178.28, 17111.92, 22475.66, 23822.18, 34016.37, 38876.16, 6014.83, 38510.72, 22944.14, 18879.58, 14281.58, 26412.77, 35544.87]}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Highest Sales: 4997.34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{'title': 'Average Sales', 'value': 2544.42}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{'chart_type': 'pie', 'title': 'Average Sales Distribution', 'labels': ['2024-01-01', '2024-01-02', '2024-01-03', '2024-01-04', '2024-01-05', '2024-01-06', '2024-01-07', '2024-01-08', '2024-01-09', '2024-01-10', '2024-01-11', '2024-01-12', '2024-01-13', '2024-01-14', '2024-01-15', '2024-01-16', '2024-01-17', '2024-01-18', '2024-01-19', '2024-01-20', '2024-01-21', '2024-01-22', '2024-01-23', '2024-01-24', '2024-01-25', '2024-01-26', '2024-01-27', '2024-01-28', '2024-01-29', '2024-01-30', '2024-01-31', '2024-02-01', '2024-02-02', '2024-02-03', '2024-02-04', '2024-02-05', '2024-02-06', '2024-02-07', '2024-02-08', '2024-02-09', '2024-02-10', '2024-02-11', '2024-02-12', '2024-02-13', '2024-02-14', '2024-02-15', '2024-02-16', '2024-02-17', '2024-02-18', '2024-02-19', '2024-02-20', '2024-02-21', '2024-02-22', '2024-02-23', '2024-02-24', '2024-02-25', '2024-02-26', '2024-02-27', '2024-02-28', '2024-02-29', '2024-03-01', '2024-03-02', '2024-03-03', '2024-03-04', '2024-03-05', '2024-03-06', '2024-03-07', '2024-03-08', '2024-03-09', '2024-03-10', '2024-03-11', '2024-03-12', '2024-03-13', '2024-03-14', '2024-03-15', '2024-03-16', '2024-03-17', '2024-03-18', '2024-03-19', '2024-03-20', '2024-03-21', '2024-03-22', '2024-03-23', '2024-03-24', '2024-03-25', '2024-03-26', '2024-03-27', '2024-03-28', '2024-03-29', '2024-03-30', '2024-03-31', '2024-04-01', '2024-04-02', '2024-04-03', '2024-04-04', '2024-04-05', '2024-04-06', '2024-04-07', '2024-04-08', '2024-04-09', '2024-04-10', '2024-04-11', '2024-04-12', '2024-04-13', '2024-04-14', '2024-04-15', '2024-04-16', '2024-04-17', '2024-04-18', '2024-04-19', '2024-04-20', '2024-04-21', '2024-04-22', '2024-04-23', '2024-04-24', '2024-04-25', '2024-04-26', '2024-04-27', '2024-04-28', '2024-04-29', '2024-04-30', '2024-05-01', '2024-05-02', '2024-05-03', '2024-05-04', '2024-05-05', '2024-05-06', '2024-05-07', '2024-05-08', '2024-05-09', '2024-05-10', '2024-05-11', '2024-05-12', '2024-05-13', '2024-05-14', '2024-05-15', '2024-05-16', '2024-05-17', '2024-05-18', '2024-05-19', '2024-05-20', '2024-05-21', '2024-05-22', '2024-05-23', '2024-05-24', '2024-05-25', '2024-05-26', '2024-05-27', '2024-05-28', '2024-05-29', '2024-05-30', '2024-05-31', '2024-06-01', '2024-06-02', '2024-06-03', '2024-06-04', '2024-06-05', '2024-06-06', '2024-06-07', '2024-06-08', '2024-06-09', '2024-06-10', '2024-06-11', '2024-06-12', '2024-06-13', '2024-06-14', '2024-06-15', '2024-06-16', '2024-06-17', '2024-06-18', '2024-06-19', '2024-06-20', '2024-06-21', '2024-06-22', '2024-06-23', '2024-06-24', '2024-06-25', '2024-06-26', '2024-06-27', '2024-06-28', '2024-06-29', '2024-06-30', '2024-07-01', '2024-07-02', '2024-07-03', '2024-07-04', '2024-07-05', '2024-07-06', '2024-07-07', '2024-07-08', '2024-07-09', '2024-07-10', '2024-07-11', '2024-07-12', '2024-07-13', '2024-07-14', '2024-07-15', '2024-07-16', '2024-07-17', '2024-07-18', '2024-07-19', '2024-07-20', '2024-07-21', '2024-07-22', '2024-07-23', '2024-07-24', '2024-07-25', '2024-07-26', '2024-07-27', '2024-07-28', '2024-07-29', '2024-07-30', '2024-07-31', '2024-08-01', '2024-08-02', '2024-08-03', '2024-08-04', '2024-08-05', '2024-08-06', '2024-08-07', '2024-08-08', '2024-08-09', '2024-08-10', '2024-08-11', '2024-08-12', '2024-08-13', '2024-08-14', '2024-08-15', '2024-08-16', '2024-08-17', '2024-08-18', '2024-08-19', '2024-08-20', '2024-08-21', '2024-08-22', '2024-08-23', '2024-08-24', '2024-08-25', '2024-08-26', '2024-08-27', '2024-08-28', '2024-08-29', '2024-08-30', '2024-08-31', '2024-09-01', '2024-09-02', '2024-09-03', '2024-09-04', '2024-09-05', '2024-09-06', '2024-09-07', '2024-09-08', '2024-09-09', '2024-09-10', '2024-09-11', '2024-09-12', '2024-09-13', '2024-09-14', '2024-09-15', '2024-09-16', '2024-09-17', '2024-09-18', '2024-09-19', '2024-09-20', '2024-09-21', '2024-09-22', '2024-09-23', '2024-09-24', '2024-09-25', '2024-09-26', '2024-09-27', '2024-09-28', '2024-09-29', '2024-09-30', '2024-10-01', '2024-10-02', '2024-10-03', '2024-10-04', '2024-10-05', '2024-10-06', '2024-10-07', '2024-10-08', '2024-10-09', '2024-10-10', '2024-10-11', '2024-10-12', '2024-10-13', '2024-10-14', '2024-10-15', '2024-10-16', '2024-10-17', '2024-10-18', '2024-10-19', '2024-10-20', '2024-10-21', '2024-10-22', '2024-10-23', '2024-10-24', '2024-10-25', '2024-10-26', '2024-10-27', '2024-10-28', '2024-10-29', '2024-10-30', '2024-10-31', '2024-11-01', '2024-11-02', '2024-11-03', '2024-11-04', '2024-11-05', '2024-11-06', '2024-11-07', '2024-11-08', '2024-11-09', '2024-11-10', '2024-11-11', '2024-11-12', '2024-11-13', '2024-11-14', '2024-11-15', '2024-11-16', '2024-11-17', '2024-11-18', '2024-11-19', '2024-11-20', '2024-11-21', '2024-11-22', '2024-11-23', '2024-11-24', '2024-11-25', '2024-11-26', '2024-11-27', '2024-11-28', '2024-11-29', '2024-11-30', '2024-12-01', '2024-12-02', '2024-12-03', '2024-12-04', '2024-12-05', '2024-12-06', '2024-12-07', '2024-12-08', '2024-12-09', '2024-12-10', '2024-12-11', '2024-12-12', '2024-12-13', '2024-12-14', '2024-12-15', '2024-12-16', '2024-12-17', '2024-12-18', '2024-12-19', '2024-12-20', '2024-12-21', '2024-12-22', '2024-12-23', '2024-12-24', '2024-12-25', '2024-12-26', '2024-12-27', '2024-12-28', '2024-12-29', '2024-12-30', '2024-12-31', '2025-01-01', '2025-01-02', '2025-01-03', '2025-01-04', '2025-01-05', '2025-01-06', '2025-01-07', '2025-01-08', '2025-01-09', '2025-01-10', '2025-01-11', '2025-01-12', '2025-01-13', '2025-01-14', '2025-01-15', '2025-01-16', '2025-01-17', '2025-01-18', '2025-01-19', '2025-01-20', '2025-01-21', '2025-01-22', '2025-01-23', '2025-01-24', '2025-01-25', '2025-01-26', '2025-01-27', '2025-01-28', '2025-01-29', '2025-01-30', '2025-01-31', '2025-02-01', '2025-02-02', '2025-02-03', '2025-02-04', '2025-02-05', '2025-02-06', '2025-02-07', '2025-02-08', '2025-02-09', '2025-02-10', '2025-02-11', '2025-02-12', '2025-02-13', '2025-02-14', '2025-02-15', '2025-02-16', '2025-02-17', '2025-02-18', '2025-02-19', '2025-02-20', '2025-02-21', '2025-02-22', '2025-02-23', '2025-02-24', '2025-02-25', '2025-02-26', '2025-02-27', '2025-02-28', '2025-03-01', '2025-03-02', '2025-03-03', '2025-03-04', '2025-03-05', '2025-03-06', '2025-03-07', '2025-03-08', '2025-03-09', '2025-03-10', '2025-03-11', '2025-03-12', '2025-03-13', '2025-03-14', '2025-03-15', '2025-03-16', '2025-03-17', '2025-03-18', '2025-03-19', '2025-03-20', '2025-03-21', '2025-03-22', '2025-03-23', '2025-03-24', '2025-03-25', '2025-03-26', '2025-03-27', '2025-03-28', '2025-03-29', '2025-03-30', '2025-03-31', '2025-04-01', '2025-04-02', '2025-04-03', '2025-04-04', '2025-04-05', '2025-04-06', '2025-04-07', '2025-04-08', '2025-04-09', '2025-04-10', '2025-04-11', '2025-04-12', '2025-04-13', '2025-04-14', '2025-04-15', '2025-04-16', '2025-04-17', '2025-04-18', '2025-04-19', '2025-04-20', '2025-04-21', '2025-04-22', '2025-04-23', '2025-04-24', '2025-04-25', '2025-04-26', '2025-04-27', '2025-04-28', '2025-04-29', '2025-04-30', '2025-05-01', '2025-05-02', '2025-05-03', '2025-05-04', '2025-05-05', '2025-05-06', '2025-05-07', '2025-05-08', '2025-05-09', '2025-05-10', '2025-05-11', '2025-05-12', '2025-05-13', '2025-05-14', '2025-05-15'], 'values': [2134.75, 1740.45, 2304.42, 2649.31, 3283.87, 2264.26, 2944.06, 2775.87, 2778.92, 2665.21, 3726.42, 2920.99, 2319.08, 1691.53, 2525.5, 2442.67, 3383.49, 2897.63, 2315.18, 1833.91, 1782.44, 3088.99, 3110.98, 2101.82, 2252.97, 2084.48, 2879.39, 2767.73, 2343.4, 2959.47, 2747.46, 2392.19, 2383.4, 2378.65, 2730.12, 2291.64, 3132.77, 2308.56, 1925.08, 1736.6, 1501.91, 3109.47, 2788.91, 1991.47, 2216.72, 2281.47, 3286.64, 2730.87, 2595.71, 2883.42, 2183.83, 2954.75, 2827.93, 2630.04, 2500.21, 1760.28, 1430.96, 2362, 2593.84, 2260.29, 2942.04, 2348.95, 3124.42, 2004.04, 2675.65, 2464.79, 2624.26, 2473.37, 3075.2, 3104.7, 2540.67, 2763.89, 1665.31, 2570.36, 1115.22, 2717.24, 1976.93, 2636.4, 2207.1, 3315, 3282.85, 2305.67, 1921.88, 2815.12, 2137.9, 2188.17, 2560.15, 2361.03, 2168.97, 2054.14, 3084.98, 2680.36, 2345.62, 2761.43, 2421.6, 3106.33, 2921.64, 2562.12, 2505.05, 3154.65, 1799.22, 2997.92, 2164.74, 3532.89, 2559.18, 2672.71, 3068.34, 2820.33, 2356.58, 2427.25, 2141.75, 2975.65, 2770.66, 2310.28, 2688.95, 2163.06, 2501.91, 2943.49, 2448.5, 3280.22, 3528.43, 2033.31, 2408.51, 3142.75, 2808.62, 2460.58, 2047.76, 2452.76, 2550.2, 2539.31, 2430.87, 1599.7, 2581.32, 2021.05, 3174.77, 2664.41, 2947.01, 2009.54, 2217.74, 2903.67, 2264.46, 2169.47, 2889.32, 2605.94, 2894.32, 2667.13, 2951.24, 1523.44, 3280.55, 3236.12, 2688.54, 3040.84, 2356.35, 3287.28, 2820.95, 2035.38, 2811.01, 2648.92, 1929.05, 1996.69, 2674.95, 2541.78, 2534.72, 2630.65, 2309.58, 2449.5, 2211.88, 2930.96, 3124.88, 2572, 1917.68, 2159.18, 2681.86, 1268.53, 2736.89, 3134.98, 2771.75, 2977.2, 2448.6, 1191.11, 2296.03, 2833.66, 2520.3, 2233.33, 2640.55, 1988.74, 2766.47, 1928.26, 3312.98, 3583.68, 1834.38, 2786.05, 2772.8, 2562.81, 1972.99, 3130.08, 3294.84, 2325.72, 2271.79, 2509.7, 2450.76, 3144.81, 2395.13, 2836.22, 3085.8, 3100.09, 2542.58, 2648.05, 2774.55, 1787.04, 2341.21, 3141.49, 3055.4, 2792.65, 2799.14, 2800.66, 2034.51, 2497.03, 2463.5, 2662.5, 2251.31, 2747.94, 2625.92, 3001.66, 2338.35, 1921.31, 2226.21, 2381.16, 2987.75, 2960.75, 1929.36, 2622.37, 2296.66, 2403.89, 2787.54, 3018.77, 2537, 2280.6, 1740.02, 2111.7, 2352.09, 2116.47, 2856.35, 3015.6, 1613.81, 2469.71, 2447.88, 1917.28, 2502.47, 2366.72, 2264.31, 2062.8, 2711.35, 2116.69, 3381.69, 2717.73, 2360.72, 2648.35, 1658.98, 2247.72, 3036.98, 2657.86, 2790.03, 2404.6, 2842.17, 2707.34, 2386.98, 2978.9, 2521.54, 2395.5, 1879.84, 2751.81, 3011.28, 2346.43, 2406.27, 2116.22, 3038.52, 2067.25, 2670.21, 3496.19, 2220.76, 2142.92, 2146.04, 2928.41, 2237.23, 2480.91, 2284.18, 3181.29, 3215.65, 2878.21, 2088.31, 2273.99, 1976.16, 3017, 2275.71, 2208.14, 2133.39, 2899.65, 2401.06, 1763.26, 3472.69, 2479.85, 2695.76, 2289.06, 2493.69, 2904.64, 1968.52, 2564.18, 3304.72, 2289.05, 1866.91, 2335.63, 2690.81, 2118.15, 2377.24, 2450.88, 2345.56, 2017.81, 1445.89, 2552.47, 2601.66, 1882.26, 3017.23, 2146.84, 2666.08, 2243.27, 2463.51, 2425.07, 3208.92, 2208.36, 2519.23, 2194.29, 3159.12, 3594.71, 3543.7, 2398.53, 2297.66, 2354.08, 3025.36, 1532.35, 3144.18, 2501.36, 2095.66, 2667.25, 2521.26, 3149.81, 2356.92, 1856.25, 2451.76, 2670.06, 3071.98, 1913.9, 3254.45, 2707.16, 1838.5, 2747.7, 2106.85, 2802.2, 2414.61, 2723.2, 2616.21, 2404.5, 3245.74, 2140.9, 2042.76, 2098.41, 3420.03, 2038.95, 2975.51, 3069.19, 2325.95, 2443.83, 2153.57, 2602.03, 2905.44, 2309.76, 2783.62, 2934.96, 3064.29, 2761.66, 3268.96, 2331.44, 2595.29, 2140.27, 2284.86, 2977.27, 2142.66, 2727.63, 2471.7, 3150.23, 2680.34, 2643.53, 2899.23, 3298.04, 2909.33, 2922.94, 2449.77, 2292.19, 2033.66, 2066.02, 2910.94, 2947.22, 2601.24, 2301.06, 2316.81, 2467.86, 2422.23, 2855.75, 2775.14, 2411.18, 3421.83, 1901.78, 2604.38, 2973.1, 2237.23, 1842.2, 2628.19, 3608.1, 2813.48, 2808.8, 2235.05, 1783.36, 1680.24, 2621.13, 2429.47, 2798.27, 2442.74, 2603.12, 3091.13, 2621.3, 1858.68, 2103.8, 2915.61, 2596.98, 2314.44, 2567.75, 2611.52, 2893.55, 2731.59, 3523.76, 2231.52, 2052.11, 2238.82, 2900.8, 1579.7, 2471.22, 2133.37, 3169.59, 2542.85, 2544.14, 2727.27, 2261.85, 3081.69, 3294.76, 2481.72, 3508.83, 2981.82, 2643.52, 2902.67, 2147.85, 2300.24, 2592.41, 2902.96, 2345.21, 2899.27, 2025.4, 3039.65, 2049.36, 2469.54, 3436.85, 2427.85, 2054.63, 2471.01, 2120.79, 3240.07, 2564.61, 2400.13, 2817.65, 2729.51, 2357.24, 1968.14, 2549.53, 2087.71, 2503.36, 1819.09, 2799.93, 1008.89, 2589.51, 1908.7, 2444.56, 2809.46, 2977.77, 2834.7, 3534.2, 2004.94, 2750.77, 1912.01, 2697.08, 1785.2, 2401.16, 2369.66]}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Lowest Sales: 100.17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{'title': 'Max Sales', 'value': 4997.34}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{'chart_type': 'line', 'title': 'Sales Trend', 'labels': [0, 1, 2, 3, 4, 5, 6, 7, 8, 9, 10, 11, 12, 13, 14, 15, 16, 17, 18, 19], 'values': [1299.97, 559.11, 1180.16, 861.85, 4252.72, 2805, 3340.19, 2321.71, 3084.74, 1176.11, 1411.93, 800.07, 1873.78, 848.92, 4980.99, 3866.13, 4862.25, 1074.66, 2494.17, 4740.05]}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Average Sales: 2544.42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