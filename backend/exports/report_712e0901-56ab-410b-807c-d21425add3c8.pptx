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Lideu AI Analytics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18 May 2026 04:01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Analytics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828800"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Response</a:t>
                      </a:r>
                    </a:p>
                  </a:txBody>
                  <a:tcPr/>
                </a:tc>
              </a:tr>
              <a:tr h="1828800">
                <a:tc>
                  <a:txBody>
                    <a:bodyPr/>
                    <a:lstStyle/>
                    <a:p>
                      <a:r>
                        <a:t>generate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