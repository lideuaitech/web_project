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Lideu AI Analytics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18 May 2026 03:19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